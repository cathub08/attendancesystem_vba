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1" r:id="rId2"/>
    <p:sldId id="263" r:id="rId3"/>
    <p:sldId id="262" r:id="rId4"/>
    <p:sldId id="265" r:id="rId5"/>
    <p:sldId id="269" r:id="rId6"/>
    <p:sldId id="270" r:id="rId7"/>
    <p:sldId id="267" r:id="rId8"/>
    <p:sldId id="271" r:id="rId9"/>
    <p:sldId id="272" r:id="rId10"/>
    <p:sldId id="273" r:id="rId11"/>
    <p:sldId id="274" r:id="rId12"/>
    <p:sldId id="276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CCA6022-2ABC-4F78-9E8C-991FD701D38B}">
          <p14:sldIdLst>
            <p14:sldId id="261"/>
            <p14:sldId id="263"/>
            <p14:sldId id="262"/>
            <p14:sldId id="265"/>
            <p14:sldId id="269"/>
            <p14:sldId id="270"/>
            <p14:sldId id="267"/>
            <p14:sldId id="271"/>
            <p14:sldId id="272"/>
            <p14:sldId id="273"/>
            <p14:sldId id="274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DDFD3-3669-417D-9521-47495790B019}" v="1" dt="2026-09-18T07:20:23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01" autoAdjust="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陽子 真木" userId="6b5c0838c72e6278" providerId="LiveId" clId="{D2AD5B68-046C-4CAF-ADC9-5F9E2094BB14}"/>
    <pc:docChg chg="undo custSel addSld delSld modSld sldOrd addSection delSection modSection">
      <pc:chgData name="陽子 真木" userId="6b5c0838c72e6278" providerId="LiveId" clId="{D2AD5B68-046C-4CAF-ADC9-5F9E2094BB14}" dt="2026-09-18T09:42:29.432" v="2791" actId="20577"/>
      <pc:docMkLst>
        <pc:docMk/>
      </pc:docMkLst>
      <pc:sldChg chg="modSp new mod">
        <pc:chgData name="陽子 真木" userId="6b5c0838c72e6278" providerId="LiveId" clId="{D2AD5B68-046C-4CAF-ADC9-5F9E2094BB14}" dt="2026-09-05T04:26:52.518" v="2706" actId="20577"/>
        <pc:sldMkLst>
          <pc:docMk/>
          <pc:sldMk cId="1763653443" sldId="261"/>
        </pc:sldMkLst>
        <pc:spChg chg="mod">
          <ac:chgData name="陽子 真木" userId="6b5c0838c72e6278" providerId="LiveId" clId="{D2AD5B68-046C-4CAF-ADC9-5F9E2094BB14}" dt="2026-09-01T08:28:06.748" v="817" actId="27636"/>
          <ac:spMkLst>
            <pc:docMk/>
            <pc:sldMk cId="1763653443" sldId="261"/>
            <ac:spMk id="2" creationId="{5C08C25E-3C1C-6778-A541-3F3B902F1F93}"/>
          </ac:spMkLst>
        </pc:spChg>
        <pc:spChg chg="mod">
          <ac:chgData name="陽子 真木" userId="6b5c0838c72e6278" providerId="LiveId" clId="{D2AD5B68-046C-4CAF-ADC9-5F9E2094BB14}" dt="2026-09-05T04:26:52.518" v="2706" actId="20577"/>
          <ac:spMkLst>
            <pc:docMk/>
            <pc:sldMk cId="1763653443" sldId="261"/>
            <ac:spMk id="3" creationId="{CD359AE4-42D2-08CB-E09B-5816232751E0}"/>
          </ac:spMkLst>
        </pc:spChg>
      </pc:sldChg>
      <pc:sldChg chg="addSp modSp new mod">
        <pc:chgData name="陽子 真木" userId="6b5c0838c72e6278" providerId="LiveId" clId="{D2AD5B68-046C-4CAF-ADC9-5F9E2094BB14}" dt="2026-09-01T12:47:53.366" v="1867" actId="1076"/>
        <pc:sldMkLst>
          <pc:docMk/>
          <pc:sldMk cId="2085166264" sldId="262"/>
        </pc:sldMkLst>
        <pc:spChg chg="mod">
          <ac:chgData name="陽子 真木" userId="6b5c0838c72e6278" providerId="LiveId" clId="{D2AD5B68-046C-4CAF-ADC9-5F9E2094BB14}" dt="2026-09-01T11:22:36.452" v="1113" actId="14100"/>
          <ac:spMkLst>
            <pc:docMk/>
            <pc:sldMk cId="2085166264" sldId="262"/>
            <ac:spMk id="2" creationId="{8294E723-8E9E-501F-23DF-4384F91DC65B}"/>
          </ac:spMkLst>
        </pc:spChg>
        <pc:spChg chg="mod">
          <ac:chgData name="陽子 真木" userId="6b5c0838c72e6278" providerId="LiveId" clId="{D2AD5B68-046C-4CAF-ADC9-5F9E2094BB14}" dt="2026-09-01T12:47:53.366" v="1867" actId="1076"/>
          <ac:spMkLst>
            <pc:docMk/>
            <pc:sldMk cId="2085166264" sldId="262"/>
            <ac:spMk id="3" creationId="{FD57A11F-7BA7-508A-73B7-F84092E05841}"/>
          </ac:spMkLst>
        </pc:spChg>
      </pc:sldChg>
      <pc:sldChg chg="modSp new mod ord">
        <pc:chgData name="陽子 真木" userId="6b5c0838c72e6278" providerId="LiveId" clId="{D2AD5B68-046C-4CAF-ADC9-5F9E2094BB14}" dt="2026-09-03T11:49:21.832" v="2556" actId="1076"/>
        <pc:sldMkLst>
          <pc:docMk/>
          <pc:sldMk cId="2158386135" sldId="263"/>
        </pc:sldMkLst>
        <pc:spChg chg="mod">
          <ac:chgData name="陽子 真木" userId="6b5c0838c72e6278" providerId="LiveId" clId="{D2AD5B68-046C-4CAF-ADC9-5F9E2094BB14}" dt="2026-09-03T11:49:21.832" v="2556" actId="1076"/>
          <ac:spMkLst>
            <pc:docMk/>
            <pc:sldMk cId="2158386135" sldId="263"/>
            <ac:spMk id="2" creationId="{9F313021-947F-2754-C335-073FCF451CC4}"/>
          </ac:spMkLst>
        </pc:spChg>
        <pc:spChg chg="mod">
          <ac:chgData name="陽子 真木" userId="6b5c0838c72e6278" providerId="LiveId" clId="{D2AD5B68-046C-4CAF-ADC9-5F9E2094BB14}" dt="2026-09-03T11:28:53.926" v="2551" actId="20577"/>
          <ac:spMkLst>
            <pc:docMk/>
            <pc:sldMk cId="2158386135" sldId="263"/>
            <ac:spMk id="3" creationId="{DA03EBA0-99BE-7FDB-9FF8-013E8A3A5662}"/>
          </ac:spMkLst>
        </pc:spChg>
      </pc:sldChg>
      <pc:sldChg chg="addSp delSp modSp add mod">
        <pc:chgData name="陽子 真木" userId="6b5c0838c72e6278" providerId="LiveId" clId="{D2AD5B68-046C-4CAF-ADC9-5F9E2094BB14}" dt="2026-09-18T09:42:29.432" v="2791" actId="20577"/>
        <pc:sldMkLst>
          <pc:docMk/>
          <pc:sldMk cId="488232011" sldId="265"/>
        </pc:sldMkLst>
        <pc:spChg chg="mod">
          <ac:chgData name="陽子 真木" userId="6b5c0838c72e6278" providerId="LiveId" clId="{D2AD5B68-046C-4CAF-ADC9-5F9E2094BB14}" dt="2026-09-01T11:22:59.020" v="1114" actId="255"/>
          <ac:spMkLst>
            <pc:docMk/>
            <pc:sldMk cId="488232011" sldId="265"/>
            <ac:spMk id="2" creationId="{316A835C-7CF8-65F3-3E69-23C44FC55813}"/>
          </ac:spMkLst>
        </pc:spChg>
        <pc:spChg chg="mod">
          <ac:chgData name="陽子 真木" userId="6b5c0838c72e6278" providerId="LiveId" clId="{D2AD5B68-046C-4CAF-ADC9-5F9E2094BB14}" dt="2026-09-01T10:53:38.977" v="1110" actId="20577"/>
          <ac:spMkLst>
            <pc:docMk/>
            <pc:sldMk cId="488232011" sldId="265"/>
            <ac:spMk id="3" creationId="{4A6D40E4-21DD-A833-393E-B0F67398595A}"/>
          </ac:spMkLst>
        </pc:spChg>
        <pc:spChg chg="add mod">
          <ac:chgData name="陽子 真木" userId="6b5c0838c72e6278" providerId="LiveId" clId="{D2AD5B68-046C-4CAF-ADC9-5F9E2094BB14}" dt="2026-09-18T09:42:29.432" v="2791" actId="20577"/>
          <ac:spMkLst>
            <pc:docMk/>
            <pc:sldMk cId="488232011" sldId="265"/>
            <ac:spMk id="12" creationId="{074E3338-A431-3815-5EA0-373772B877CF}"/>
          </ac:spMkLst>
        </pc:spChg>
      </pc:sldChg>
      <pc:sldChg chg="addSp delSp modSp add mod">
        <pc:chgData name="陽子 真木" userId="6b5c0838c72e6278" providerId="LiveId" clId="{D2AD5B68-046C-4CAF-ADC9-5F9E2094BB14}" dt="2026-09-02T12:50:36.345" v="2425" actId="21"/>
        <pc:sldMkLst>
          <pc:docMk/>
          <pc:sldMk cId="3936519844" sldId="267"/>
        </pc:sldMkLst>
        <pc:spChg chg="mod">
          <ac:chgData name="陽子 真木" userId="6b5c0838c72e6278" providerId="LiveId" clId="{D2AD5B68-046C-4CAF-ADC9-5F9E2094BB14}" dt="2026-09-02T11:32:16.938" v="2228" actId="1076"/>
          <ac:spMkLst>
            <pc:docMk/>
            <pc:sldMk cId="3936519844" sldId="267"/>
            <ac:spMk id="2" creationId="{6372C02D-E314-ED1F-0062-7A46E5F74851}"/>
          </ac:spMkLst>
        </pc:spChg>
        <pc:spChg chg="add mod">
          <ac:chgData name="陽子 真木" userId="6b5c0838c72e6278" providerId="LiveId" clId="{D2AD5B68-046C-4CAF-ADC9-5F9E2094BB14}" dt="2026-09-02T12:50:25.130" v="2424" actId="1076"/>
          <ac:spMkLst>
            <pc:docMk/>
            <pc:sldMk cId="3936519844" sldId="267"/>
            <ac:spMk id="6" creationId="{721DDABF-0D84-7A95-507B-86B731C07538}"/>
          </ac:spMkLst>
        </pc:spChg>
        <pc:spChg chg="add mod">
          <ac:chgData name="陽子 真木" userId="6b5c0838c72e6278" providerId="LiveId" clId="{D2AD5B68-046C-4CAF-ADC9-5F9E2094BB14}" dt="2026-09-02T12:50:14.030" v="2423" actId="1076"/>
          <ac:spMkLst>
            <pc:docMk/>
            <pc:sldMk cId="3936519844" sldId="267"/>
            <ac:spMk id="8" creationId="{AB0CCB2B-20FA-3CCD-8060-59517431E7F5}"/>
          </ac:spMkLst>
        </pc:spChg>
        <pc:picChg chg="add mod">
          <ac:chgData name="陽子 真木" userId="6b5c0838c72e6278" providerId="LiveId" clId="{D2AD5B68-046C-4CAF-ADC9-5F9E2094BB14}" dt="2026-09-02T11:40:28.068" v="2275" actId="1076"/>
          <ac:picMkLst>
            <pc:docMk/>
            <pc:sldMk cId="3936519844" sldId="267"/>
            <ac:picMk id="12" creationId="{1D49D407-D06F-2067-384D-BF62A9770CD7}"/>
          </ac:picMkLst>
        </pc:picChg>
      </pc:sldChg>
      <pc:sldChg chg="addSp delSp modSp add mod">
        <pc:chgData name="陽子 真木" userId="6b5c0838c72e6278" providerId="LiveId" clId="{D2AD5B68-046C-4CAF-ADC9-5F9E2094BB14}" dt="2026-09-05T04:36:15.819" v="2730" actId="478"/>
        <pc:sldMkLst>
          <pc:docMk/>
          <pc:sldMk cId="3523895400" sldId="269"/>
        </pc:sldMkLst>
        <pc:spChg chg="mod">
          <ac:chgData name="陽子 真木" userId="6b5c0838c72e6278" providerId="LiveId" clId="{D2AD5B68-046C-4CAF-ADC9-5F9E2094BB14}" dt="2026-09-05T04:34:16.527" v="2725" actId="3064"/>
          <ac:spMkLst>
            <pc:docMk/>
            <pc:sldMk cId="3523895400" sldId="269"/>
            <ac:spMk id="2" creationId="{C434F9C5-2539-D560-446B-217EB9E16854}"/>
          </ac:spMkLst>
        </pc:spChg>
        <pc:spChg chg="mod">
          <ac:chgData name="陽子 真木" userId="6b5c0838c72e6278" providerId="LiveId" clId="{D2AD5B68-046C-4CAF-ADC9-5F9E2094BB14}" dt="2026-09-05T04:16:41.795" v="2690" actId="1076"/>
          <ac:spMkLst>
            <pc:docMk/>
            <pc:sldMk cId="3523895400" sldId="269"/>
            <ac:spMk id="7" creationId="{81033A1A-7610-B5F2-B30C-7169B00904D4}"/>
          </ac:spMkLst>
        </pc:spChg>
        <pc:spChg chg="mod">
          <ac:chgData name="陽子 真木" userId="6b5c0838c72e6278" providerId="LiveId" clId="{D2AD5B68-046C-4CAF-ADC9-5F9E2094BB14}" dt="2026-09-05T04:17:15.702" v="2691" actId="1076"/>
          <ac:spMkLst>
            <pc:docMk/>
            <pc:sldMk cId="3523895400" sldId="269"/>
            <ac:spMk id="11" creationId="{744383BB-EE5D-F89A-A8EF-4A9656B305B9}"/>
          </ac:spMkLst>
        </pc:spChg>
        <pc:spChg chg="mod">
          <ac:chgData name="陽子 真木" userId="6b5c0838c72e6278" providerId="LiveId" clId="{D2AD5B68-046C-4CAF-ADC9-5F9E2094BB14}" dt="2026-09-05T04:17:49.768" v="2693" actId="1076"/>
          <ac:spMkLst>
            <pc:docMk/>
            <pc:sldMk cId="3523895400" sldId="269"/>
            <ac:spMk id="15" creationId="{EA3174F2-0162-5097-4314-E37B133F428C}"/>
          </ac:spMkLst>
        </pc:spChg>
        <pc:spChg chg="mod">
          <ac:chgData name="陽子 真木" userId="6b5c0838c72e6278" providerId="LiveId" clId="{D2AD5B68-046C-4CAF-ADC9-5F9E2094BB14}" dt="2026-09-05T04:17:58.641" v="2694" actId="1076"/>
          <ac:spMkLst>
            <pc:docMk/>
            <pc:sldMk cId="3523895400" sldId="269"/>
            <ac:spMk id="19" creationId="{76DA2472-FF86-5EDA-D448-335B3B50DA8C}"/>
          </ac:spMkLst>
        </pc:spChg>
        <pc:spChg chg="mod">
          <ac:chgData name="陽子 真木" userId="6b5c0838c72e6278" providerId="LiveId" clId="{D2AD5B68-046C-4CAF-ADC9-5F9E2094BB14}" dt="2026-09-05T04:18:09.929" v="2695" actId="1076"/>
          <ac:spMkLst>
            <pc:docMk/>
            <pc:sldMk cId="3523895400" sldId="269"/>
            <ac:spMk id="23" creationId="{43C70D68-E170-7F60-4FF9-4E1CF03BC7DD}"/>
          </ac:spMkLst>
        </pc:spChg>
        <pc:spChg chg="mod">
          <ac:chgData name="陽子 真木" userId="6b5c0838c72e6278" providerId="LiveId" clId="{D2AD5B68-046C-4CAF-ADC9-5F9E2094BB14}" dt="2026-09-05T04:18:25.178" v="2696" actId="1076"/>
          <ac:spMkLst>
            <pc:docMk/>
            <pc:sldMk cId="3523895400" sldId="269"/>
            <ac:spMk id="26" creationId="{85B9E360-3407-505D-8DB3-B60A26DE1BEF}"/>
          </ac:spMkLst>
        </pc:spChg>
        <pc:spChg chg="mod">
          <ac:chgData name="陽子 真木" userId="6b5c0838c72e6278" providerId="LiveId" clId="{D2AD5B68-046C-4CAF-ADC9-5F9E2094BB14}" dt="2026-09-05T04:36:09.801" v="2729" actId="1076"/>
          <ac:spMkLst>
            <pc:docMk/>
            <pc:sldMk cId="3523895400" sldId="269"/>
            <ac:spMk id="28" creationId="{8B4FEE7D-EE28-A9C6-A6EA-CD38255430F6}"/>
          </ac:spMkLst>
        </pc:spChg>
        <pc:spChg chg="mod">
          <ac:chgData name="陽子 真木" userId="6b5c0838c72e6278" providerId="LiveId" clId="{D2AD5B68-046C-4CAF-ADC9-5F9E2094BB14}" dt="2026-09-05T04:36:09.801" v="2729" actId="1076"/>
          <ac:spMkLst>
            <pc:docMk/>
            <pc:sldMk cId="3523895400" sldId="269"/>
            <ac:spMk id="30" creationId="{25982C46-6195-97A7-E8D4-5F1E1DCCD228}"/>
          </ac:spMkLst>
        </pc:spChg>
        <pc:spChg chg="mod">
          <ac:chgData name="陽子 真木" userId="6b5c0838c72e6278" providerId="LiveId" clId="{D2AD5B68-046C-4CAF-ADC9-5F9E2094BB14}" dt="2026-09-05T04:36:09.801" v="2729" actId="1076"/>
          <ac:spMkLst>
            <pc:docMk/>
            <pc:sldMk cId="3523895400" sldId="269"/>
            <ac:spMk id="32" creationId="{F2B699B3-ABDF-6B26-21AF-FD0E8B75A799}"/>
          </ac:spMkLst>
        </pc:spChg>
        <pc:spChg chg="mod">
          <ac:chgData name="陽子 真木" userId="6b5c0838c72e6278" providerId="LiveId" clId="{D2AD5B68-046C-4CAF-ADC9-5F9E2094BB14}" dt="2026-09-05T04:36:09.801" v="2729" actId="1076"/>
          <ac:spMkLst>
            <pc:docMk/>
            <pc:sldMk cId="3523895400" sldId="269"/>
            <ac:spMk id="34" creationId="{AB868294-2866-374D-7080-5C33C78874A8}"/>
          </ac:spMkLst>
        </pc:spChg>
        <pc:spChg chg="mod">
          <ac:chgData name="陽子 真木" userId="6b5c0838c72e6278" providerId="LiveId" clId="{D2AD5B68-046C-4CAF-ADC9-5F9E2094BB14}" dt="2026-09-05T04:36:09.801" v="2729" actId="1076"/>
          <ac:spMkLst>
            <pc:docMk/>
            <pc:sldMk cId="3523895400" sldId="269"/>
            <ac:spMk id="36" creationId="{CFCA340F-5857-EC89-E0EE-FF88F458D267}"/>
          </ac:spMkLst>
        </pc:spChg>
        <pc:picChg chg="mod">
          <ac:chgData name="陽子 真木" userId="6b5c0838c72e6278" providerId="LiveId" clId="{D2AD5B68-046C-4CAF-ADC9-5F9E2094BB14}" dt="2026-09-05T04:36:09.801" v="2729" actId="1076"/>
          <ac:picMkLst>
            <pc:docMk/>
            <pc:sldMk cId="3523895400" sldId="269"/>
            <ac:picMk id="4" creationId="{B99FE2A5-6793-58B6-33FC-7EB18C93F529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9" creationId="{215B8A51-EE06-EA47-9EA5-CEFEF499E2C7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17" creationId="{F0B90EE2-5D57-914D-6320-A0143C8BE9DC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25" creationId="{7E303FBC-D3A6-39D9-3B3A-CD10BB0E2620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29" creationId="{45CB96B8-A534-EE33-1BEE-4DF0E7E8B226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33" creationId="{4D176134-957C-1590-4A31-258700A0AD94}"/>
          </ac:picMkLst>
        </pc:picChg>
        <pc:picChg chg="add mod modCrop">
          <ac:chgData name="陽子 真木" userId="6b5c0838c72e6278" providerId="LiveId" clId="{D2AD5B68-046C-4CAF-ADC9-5F9E2094BB14}" dt="2026-09-05T04:16:27.094" v="2689" actId="1076"/>
          <ac:picMkLst>
            <pc:docMk/>
            <pc:sldMk cId="3523895400" sldId="269"/>
            <ac:picMk id="37" creationId="{CBF88B9B-B727-1001-F086-869D2291AE9C}"/>
          </ac:picMkLst>
        </pc:picChg>
        <pc:picChg chg="add mod modCrop">
          <ac:chgData name="陽子 真木" userId="6b5c0838c72e6278" providerId="LiveId" clId="{D2AD5B68-046C-4CAF-ADC9-5F9E2094BB14}" dt="2026-09-05T04:36:09.801" v="2729" actId="1076"/>
          <ac:picMkLst>
            <pc:docMk/>
            <pc:sldMk cId="3523895400" sldId="269"/>
            <ac:picMk id="39" creationId="{813E5285-3776-CFFF-9772-480B16E32E00}"/>
          </ac:picMkLst>
        </pc:picChg>
        <pc:picChg chg="add mod modCrop">
          <ac:chgData name="陽子 真木" userId="6b5c0838c72e6278" providerId="LiveId" clId="{D2AD5B68-046C-4CAF-ADC9-5F9E2094BB14}" dt="2026-09-05T04:36:09.801" v="2729" actId="1076"/>
          <ac:picMkLst>
            <pc:docMk/>
            <pc:sldMk cId="3523895400" sldId="269"/>
            <ac:picMk id="41" creationId="{8E166095-0D72-C506-290E-586958C398B4}"/>
          </ac:picMkLst>
        </pc:picChg>
        <pc:picChg chg="add mod modCrop">
          <ac:chgData name="陽子 真木" userId="6b5c0838c72e6278" providerId="LiveId" clId="{D2AD5B68-046C-4CAF-ADC9-5F9E2094BB14}" dt="2026-09-05T04:36:09.801" v="2729" actId="1076"/>
          <ac:picMkLst>
            <pc:docMk/>
            <pc:sldMk cId="3523895400" sldId="269"/>
            <ac:picMk id="43" creationId="{AD78A8A5-71C2-B839-8BE2-1388D6A50C3B}"/>
          </ac:picMkLst>
        </pc:picChg>
        <pc:picChg chg="add mod modCrop">
          <ac:chgData name="陽子 真木" userId="6b5c0838c72e6278" providerId="LiveId" clId="{D2AD5B68-046C-4CAF-ADC9-5F9E2094BB14}" dt="2026-09-05T04:36:09.801" v="2729" actId="1076"/>
          <ac:picMkLst>
            <pc:docMk/>
            <pc:sldMk cId="3523895400" sldId="269"/>
            <ac:picMk id="45" creationId="{6CD2DAA5-02A8-FFE6-CD07-E556D87A9484}"/>
          </ac:picMkLst>
        </pc:picChg>
      </pc:sldChg>
      <pc:sldChg chg="modSp new mod">
        <pc:chgData name="陽子 真木" userId="6b5c0838c72e6278" providerId="LiveId" clId="{D2AD5B68-046C-4CAF-ADC9-5F9E2094BB14}" dt="2026-09-02T11:05:58.156" v="2205" actId="255"/>
        <pc:sldMkLst>
          <pc:docMk/>
          <pc:sldMk cId="2775192014" sldId="270"/>
        </pc:sldMkLst>
        <pc:spChg chg="mod">
          <ac:chgData name="陽子 真木" userId="6b5c0838c72e6278" providerId="LiveId" clId="{D2AD5B68-046C-4CAF-ADC9-5F9E2094BB14}" dt="2026-09-02T11:05:58.156" v="2205" actId="255"/>
          <ac:spMkLst>
            <pc:docMk/>
            <pc:sldMk cId="2775192014" sldId="270"/>
            <ac:spMk id="2" creationId="{C72CB1E2-2639-33D7-21F0-A5E586D7BEE6}"/>
          </ac:spMkLst>
        </pc:spChg>
        <pc:spChg chg="mod">
          <ac:chgData name="陽子 真木" userId="6b5c0838c72e6278" providerId="LiveId" clId="{D2AD5B68-046C-4CAF-ADC9-5F9E2094BB14}" dt="2026-09-02T11:04:47.529" v="2201"/>
          <ac:spMkLst>
            <pc:docMk/>
            <pc:sldMk cId="2775192014" sldId="270"/>
            <ac:spMk id="3" creationId="{E6D54A59-B6F6-1239-B8F7-D3E10D787373}"/>
          </ac:spMkLst>
        </pc:spChg>
      </pc:sldChg>
      <pc:sldChg chg="addSp delSp modSp add mod">
        <pc:chgData name="陽子 真木" userId="6b5c0838c72e6278" providerId="LiveId" clId="{D2AD5B68-046C-4CAF-ADC9-5F9E2094BB14}" dt="2026-09-03T02:14:15.134" v="2450" actId="2710"/>
        <pc:sldMkLst>
          <pc:docMk/>
          <pc:sldMk cId="3555130976" sldId="271"/>
        </pc:sldMkLst>
        <pc:spChg chg="mod">
          <ac:chgData name="陽子 真木" userId="6b5c0838c72e6278" providerId="LiveId" clId="{D2AD5B68-046C-4CAF-ADC9-5F9E2094BB14}" dt="2026-09-02T11:34:17.717" v="2231"/>
          <ac:spMkLst>
            <pc:docMk/>
            <pc:sldMk cId="3555130976" sldId="271"/>
            <ac:spMk id="2" creationId="{C918577A-426E-F43B-AA48-CC701271D438}"/>
          </ac:spMkLst>
        </pc:spChg>
        <pc:spChg chg="mod">
          <ac:chgData name="陽子 真木" userId="6b5c0838c72e6278" providerId="LiveId" clId="{D2AD5B68-046C-4CAF-ADC9-5F9E2094BB14}" dt="2026-09-02T12:50:55.418" v="2427" actId="1076"/>
          <ac:spMkLst>
            <pc:docMk/>
            <pc:sldMk cId="3555130976" sldId="271"/>
            <ac:spMk id="6" creationId="{EFFE4AD8-973A-636B-6848-F8F9627061D6}"/>
          </ac:spMkLst>
        </pc:spChg>
        <pc:spChg chg="mod">
          <ac:chgData name="陽子 真木" userId="6b5c0838c72e6278" providerId="LiveId" clId="{D2AD5B68-046C-4CAF-ADC9-5F9E2094BB14}" dt="2026-09-03T02:14:15.134" v="2450" actId="2710"/>
          <ac:spMkLst>
            <pc:docMk/>
            <pc:sldMk cId="3555130976" sldId="271"/>
            <ac:spMk id="8" creationId="{A105F3C4-ABE8-A66A-7AB8-9F36F0F79FA1}"/>
          </ac:spMkLst>
        </pc:spChg>
        <pc:picChg chg="add mod modCrop">
          <ac:chgData name="陽子 真木" userId="6b5c0838c72e6278" providerId="LiveId" clId="{D2AD5B68-046C-4CAF-ADC9-5F9E2094BB14}" dt="2026-09-02T11:39:10.135" v="2266" actId="1076"/>
          <ac:picMkLst>
            <pc:docMk/>
            <pc:sldMk cId="3555130976" sldId="271"/>
            <ac:picMk id="9" creationId="{C245F301-3E7B-DBE4-AC28-7BFBA3971B9C}"/>
          </ac:picMkLst>
        </pc:picChg>
      </pc:sldChg>
      <pc:sldChg chg="addSp delSp modSp add mod">
        <pc:chgData name="陽子 真木" userId="6b5c0838c72e6278" providerId="LiveId" clId="{D2AD5B68-046C-4CAF-ADC9-5F9E2094BB14}" dt="2026-09-05T04:30:15.122" v="2709" actId="1076"/>
        <pc:sldMkLst>
          <pc:docMk/>
          <pc:sldMk cId="2211526035" sldId="272"/>
        </pc:sldMkLst>
        <pc:spChg chg="mod">
          <ac:chgData name="陽子 真木" userId="6b5c0838c72e6278" providerId="LiveId" clId="{D2AD5B68-046C-4CAF-ADC9-5F9E2094BB14}" dt="2026-09-02T11:36:14.148" v="2257" actId="14100"/>
          <ac:spMkLst>
            <pc:docMk/>
            <pc:sldMk cId="2211526035" sldId="272"/>
            <ac:spMk id="2" creationId="{AFC8A954-61BE-45AE-BDE7-7F2684908322}"/>
          </ac:spMkLst>
        </pc:spChg>
        <pc:spChg chg="add mod">
          <ac:chgData name="陽子 真木" userId="6b5c0838c72e6278" providerId="LiveId" clId="{D2AD5B68-046C-4CAF-ADC9-5F9E2094BB14}" dt="2026-09-05T04:30:15.122" v="2709" actId="1076"/>
          <ac:spMkLst>
            <pc:docMk/>
            <pc:sldMk cId="2211526035" sldId="272"/>
            <ac:spMk id="5" creationId="{6423890F-EE67-3971-2FE1-58C217E2DE32}"/>
          </ac:spMkLst>
        </pc:spChg>
        <pc:spChg chg="mod">
          <ac:chgData name="陽子 真木" userId="6b5c0838c72e6278" providerId="LiveId" clId="{D2AD5B68-046C-4CAF-ADC9-5F9E2094BB14}" dt="2026-09-02T12:51:56.874" v="2433" actId="1076"/>
          <ac:spMkLst>
            <pc:docMk/>
            <pc:sldMk cId="2211526035" sldId="272"/>
            <ac:spMk id="6" creationId="{2A247E44-6650-4F50-8491-47A9EFEEA663}"/>
          </ac:spMkLst>
        </pc:spChg>
        <pc:spChg chg="mod">
          <ac:chgData name="陽子 真木" userId="6b5c0838c72e6278" providerId="LiveId" clId="{D2AD5B68-046C-4CAF-ADC9-5F9E2094BB14}" dt="2026-09-02T12:51:47.595" v="2432" actId="1076"/>
          <ac:spMkLst>
            <pc:docMk/>
            <pc:sldMk cId="2211526035" sldId="272"/>
            <ac:spMk id="8" creationId="{1A348F79-93F6-3F81-EFD7-A3FE2F8BE804}"/>
          </ac:spMkLst>
        </pc:spChg>
        <pc:picChg chg="add mod">
          <ac:chgData name="陽子 真木" userId="6b5c0838c72e6278" providerId="LiveId" clId="{D2AD5B68-046C-4CAF-ADC9-5F9E2094BB14}" dt="2026-09-02T11:44:03.379" v="2284" actId="1076"/>
          <ac:picMkLst>
            <pc:docMk/>
            <pc:sldMk cId="2211526035" sldId="272"/>
            <ac:picMk id="4" creationId="{1A654E62-BF3E-AB51-CBBB-C7A8D27CD442}"/>
          </ac:picMkLst>
        </pc:picChg>
      </pc:sldChg>
      <pc:sldChg chg="addSp delSp modSp add mod">
        <pc:chgData name="陽子 真木" userId="6b5c0838c72e6278" providerId="LiveId" clId="{D2AD5B68-046C-4CAF-ADC9-5F9E2094BB14}" dt="2026-09-05T04:40:51.156" v="2739" actId="1076"/>
        <pc:sldMkLst>
          <pc:docMk/>
          <pc:sldMk cId="3611243835" sldId="273"/>
        </pc:sldMkLst>
        <pc:spChg chg="mod">
          <ac:chgData name="陽子 真木" userId="6b5c0838c72e6278" providerId="LiveId" clId="{D2AD5B68-046C-4CAF-ADC9-5F9E2094BB14}" dt="2026-09-02T11:36:33.531" v="2259" actId="14100"/>
          <ac:spMkLst>
            <pc:docMk/>
            <pc:sldMk cId="3611243835" sldId="273"/>
            <ac:spMk id="2" creationId="{B9827BCE-EC1A-3247-E9D8-81911F17769D}"/>
          </ac:spMkLst>
        </pc:spChg>
        <pc:spChg chg="add mod">
          <ac:chgData name="陽子 真木" userId="6b5c0838c72e6278" providerId="LiveId" clId="{D2AD5B68-046C-4CAF-ADC9-5F9E2094BB14}" dt="2026-09-05T04:37:10.793" v="2732" actId="1076"/>
          <ac:spMkLst>
            <pc:docMk/>
            <pc:sldMk cId="3611243835" sldId="273"/>
            <ac:spMk id="5" creationId="{AB39E411-DC56-40E9-9F09-3BE50CDD7532}"/>
          </ac:spMkLst>
        </pc:spChg>
        <pc:spChg chg="mod">
          <ac:chgData name="陽子 真木" userId="6b5c0838c72e6278" providerId="LiveId" clId="{D2AD5B68-046C-4CAF-ADC9-5F9E2094BB14}" dt="2026-09-02T12:49:39.517" v="2419" actId="1076"/>
          <ac:spMkLst>
            <pc:docMk/>
            <pc:sldMk cId="3611243835" sldId="273"/>
            <ac:spMk id="6" creationId="{447EE74F-22AC-C677-8E6B-DF92E8F3753A}"/>
          </ac:spMkLst>
        </pc:spChg>
        <pc:spChg chg="mod">
          <ac:chgData name="陽子 真木" userId="6b5c0838c72e6278" providerId="LiveId" clId="{D2AD5B68-046C-4CAF-ADC9-5F9E2094BB14}" dt="2026-09-03T02:32:06.313" v="2454" actId="2710"/>
          <ac:spMkLst>
            <pc:docMk/>
            <pc:sldMk cId="3611243835" sldId="273"/>
            <ac:spMk id="8" creationId="{3766F759-5ED7-690E-CEAA-05880B0168A6}"/>
          </ac:spMkLst>
        </pc:spChg>
        <pc:picChg chg="add mod modCrop">
          <ac:chgData name="陽子 真木" userId="6b5c0838c72e6278" providerId="LiveId" clId="{D2AD5B68-046C-4CAF-ADC9-5F9E2094BB14}" dt="2026-09-05T04:40:51.156" v="2739" actId="1076"/>
          <ac:picMkLst>
            <pc:docMk/>
            <pc:sldMk cId="3611243835" sldId="273"/>
            <ac:picMk id="4" creationId="{81792028-5FC9-175A-FF21-C059D849F608}"/>
          </ac:picMkLst>
        </pc:picChg>
      </pc:sldChg>
      <pc:sldChg chg="addSp delSp modSp add mod">
        <pc:chgData name="陽子 真木" userId="6b5c0838c72e6278" providerId="LiveId" clId="{D2AD5B68-046C-4CAF-ADC9-5F9E2094BB14}" dt="2026-09-05T04:44:09.155" v="2745" actId="1076"/>
        <pc:sldMkLst>
          <pc:docMk/>
          <pc:sldMk cId="344938601" sldId="274"/>
        </pc:sldMkLst>
        <pc:spChg chg="mod">
          <ac:chgData name="陽子 真木" userId="6b5c0838c72e6278" providerId="LiveId" clId="{D2AD5B68-046C-4CAF-ADC9-5F9E2094BB14}" dt="2026-09-02T11:36:53.895" v="2261" actId="14100"/>
          <ac:spMkLst>
            <pc:docMk/>
            <pc:sldMk cId="344938601" sldId="274"/>
            <ac:spMk id="2" creationId="{82F8D2D6-FEF3-5137-BE4F-4F75500A3553}"/>
          </ac:spMkLst>
        </pc:spChg>
        <pc:spChg chg="add mod">
          <ac:chgData name="陽子 真木" userId="6b5c0838c72e6278" providerId="LiveId" clId="{D2AD5B68-046C-4CAF-ADC9-5F9E2094BB14}" dt="2026-09-05T04:44:09.155" v="2745" actId="1076"/>
          <ac:spMkLst>
            <pc:docMk/>
            <pc:sldMk cId="344938601" sldId="274"/>
            <ac:spMk id="5" creationId="{D133E4C0-1E5B-D15A-6491-3AE77881C586}"/>
          </ac:spMkLst>
        </pc:spChg>
        <pc:spChg chg="mod">
          <ac:chgData name="陽子 真木" userId="6b5c0838c72e6278" providerId="LiveId" clId="{D2AD5B68-046C-4CAF-ADC9-5F9E2094BB14}" dt="2026-09-02T12:53:08.498" v="2440" actId="1076"/>
          <ac:spMkLst>
            <pc:docMk/>
            <pc:sldMk cId="344938601" sldId="274"/>
            <ac:spMk id="6" creationId="{8D0E4317-265C-3E9C-61DB-898A7BFB57E2}"/>
          </ac:spMkLst>
        </pc:spChg>
        <pc:spChg chg="mod">
          <ac:chgData name="陽子 真木" userId="6b5c0838c72e6278" providerId="LiveId" clId="{D2AD5B68-046C-4CAF-ADC9-5F9E2094BB14}" dt="2026-09-03T02:34:42.472" v="2458" actId="2710"/>
          <ac:spMkLst>
            <pc:docMk/>
            <pc:sldMk cId="344938601" sldId="274"/>
            <ac:spMk id="8" creationId="{F94C6DAE-8B41-DEDF-751C-8774B8FAF52F}"/>
          </ac:spMkLst>
        </pc:spChg>
        <pc:picChg chg="add mod modCrop">
          <ac:chgData name="陽子 真木" userId="6b5c0838c72e6278" providerId="LiveId" clId="{D2AD5B68-046C-4CAF-ADC9-5F9E2094BB14}" dt="2026-09-05T04:43:38.610" v="2744" actId="1076"/>
          <ac:picMkLst>
            <pc:docMk/>
            <pc:sldMk cId="344938601" sldId="274"/>
            <ac:picMk id="4" creationId="{2DBF864F-FBAA-9182-33C4-BED681D9727E}"/>
          </ac:picMkLst>
        </pc:picChg>
      </pc:sldChg>
      <pc:sldChg chg="addSp delSp modSp add mod">
        <pc:chgData name="陽子 真木" userId="6b5c0838c72e6278" providerId="LiveId" clId="{D2AD5B68-046C-4CAF-ADC9-5F9E2094BB14}" dt="2026-09-03T08:27:31.078" v="2500" actId="1076"/>
        <pc:sldMkLst>
          <pc:docMk/>
          <pc:sldMk cId="3706776296" sldId="276"/>
        </pc:sldMkLst>
        <pc:spChg chg="mod">
          <ac:chgData name="陽子 真木" userId="6b5c0838c72e6278" providerId="LiveId" clId="{D2AD5B68-046C-4CAF-ADC9-5F9E2094BB14}" dt="2026-09-03T08:27:31.078" v="2500" actId="1076"/>
          <ac:spMkLst>
            <pc:docMk/>
            <pc:sldMk cId="3706776296" sldId="276"/>
            <ac:spMk id="2" creationId="{97EBFCBE-BCCF-B912-FE3F-257ECB6086D8}"/>
          </ac:spMkLst>
        </pc:spChg>
        <pc:spChg chg="mod">
          <ac:chgData name="陽子 真木" userId="6b5c0838c72e6278" providerId="LiveId" clId="{D2AD5B68-046C-4CAF-ADC9-5F9E2094BB14}" dt="2026-09-03T04:34:39.759" v="2498" actId="120"/>
          <ac:spMkLst>
            <pc:docMk/>
            <pc:sldMk cId="3706776296" sldId="276"/>
            <ac:spMk id="3" creationId="{DB225C25-ED5F-C8CF-D614-63CBBCC6D793}"/>
          </ac:spMkLst>
        </pc:spChg>
      </pc:sldChg>
      <pc:sldChg chg="modSp add mod">
        <pc:chgData name="陽子 真木" userId="6b5c0838c72e6278" providerId="LiveId" clId="{D2AD5B68-046C-4CAF-ADC9-5F9E2094BB14}" dt="2026-09-03T08:43:18.837" v="2516" actId="1076"/>
        <pc:sldMkLst>
          <pc:docMk/>
          <pc:sldMk cId="1367077224" sldId="277"/>
        </pc:sldMkLst>
        <pc:spChg chg="mod">
          <ac:chgData name="陽子 真木" userId="6b5c0838c72e6278" providerId="LiveId" clId="{D2AD5B68-046C-4CAF-ADC9-5F9E2094BB14}" dt="2026-09-03T08:42:27.021" v="2514" actId="12788"/>
          <ac:spMkLst>
            <pc:docMk/>
            <pc:sldMk cId="1367077224" sldId="277"/>
            <ac:spMk id="2" creationId="{E4B57ABB-D5ED-CF96-069B-135CB6CDB1AF}"/>
          </ac:spMkLst>
        </pc:spChg>
        <pc:spChg chg="mod">
          <ac:chgData name="陽子 真木" userId="6b5c0838c72e6278" providerId="LiveId" clId="{D2AD5B68-046C-4CAF-ADC9-5F9E2094BB14}" dt="2026-09-03T08:43:18.837" v="2516" actId="1076"/>
          <ac:spMkLst>
            <pc:docMk/>
            <pc:sldMk cId="1367077224" sldId="277"/>
            <ac:spMk id="3" creationId="{CF61AB2D-6CB4-9A86-4A2A-70E1CDC452CC}"/>
          </ac:spMkLst>
        </pc:spChg>
      </pc:sldChg>
      <pc:sldChg chg="modSp add mod">
        <pc:chgData name="陽子 真木" userId="6b5c0838c72e6278" providerId="LiveId" clId="{D2AD5B68-046C-4CAF-ADC9-5F9E2094BB14}" dt="2026-09-03T10:41:35.165" v="2525" actId="12788"/>
        <pc:sldMkLst>
          <pc:docMk/>
          <pc:sldMk cId="3012610253" sldId="278"/>
        </pc:sldMkLst>
        <pc:spChg chg="mod">
          <ac:chgData name="陽子 真木" userId="6b5c0838c72e6278" providerId="LiveId" clId="{D2AD5B68-046C-4CAF-ADC9-5F9E2094BB14}" dt="2026-09-03T10:41:27.316" v="2524" actId="12788"/>
          <ac:spMkLst>
            <pc:docMk/>
            <pc:sldMk cId="3012610253" sldId="278"/>
            <ac:spMk id="2" creationId="{A23780BA-3F0D-24A7-F2DC-DCDAB5F441B5}"/>
          </ac:spMkLst>
        </pc:spChg>
        <pc:spChg chg="mod">
          <ac:chgData name="陽子 真木" userId="6b5c0838c72e6278" providerId="LiveId" clId="{D2AD5B68-046C-4CAF-ADC9-5F9E2094BB14}" dt="2026-09-03T10:41:35.165" v="2525" actId="12788"/>
          <ac:spMkLst>
            <pc:docMk/>
            <pc:sldMk cId="3012610253" sldId="278"/>
            <ac:spMk id="3" creationId="{2C693027-5511-5568-9025-D044A27D767F}"/>
          </ac:spMkLst>
        </pc:spChg>
      </pc:sldChg>
      <pc:sldChg chg="modSp add mod">
        <pc:chgData name="陽子 真木" userId="6b5c0838c72e6278" providerId="LiveId" clId="{D2AD5B68-046C-4CAF-ADC9-5F9E2094BB14}" dt="2026-09-03T10:52:39.611" v="2538" actId="12788"/>
        <pc:sldMkLst>
          <pc:docMk/>
          <pc:sldMk cId="3607094592" sldId="279"/>
        </pc:sldMkLst>
        <pc:spChg chg="mod">
          <ac:chgData name="陽子 真木" userId="6b5c0838c72e6278" providerId="LiveId" clId="{D2AD5B68-046C-4CAF-ADC9-5F9E2094BB14}" dt="2026-09-03T10:52:31.693" v="2537" actId="12788"/>
          <ac:spMkLst>
            <pc:docMk/>
            <pc:sldMk cId="3607094592" sldId="279"/>
            <ac:spMk id="2" creationId="{86A05E99-B21E-9C1C-2B9B-31B666746468}"/>
          </ac:spMkLst>
        </pc:spChg>
        <pc:spChg chg="mod">
          <ac:chgData name="陽子 真木" userId="6b5c0838c72e6278" providerId="LiveId" clId="{D2AD5B68-046C-4CAF-ADC9-5F9E2094BB14}" dt="2026-09-03T10:52:39.611" v="2538" actId="12788"/>
          <ac:spMkLst>
            <pc:docMk/>
            <pc:sldMk cId="3607094592" sldId="279"/>
            <ac:spMk id="3" creationId="{C9077F50-5556-5495-A057-3D0FDD5975C6}"/>
          </ac:spMkLst>
        </pc:spChg>
      </pc:sldChg>
      <pc:sldChg chg="modSp add mod">
        <pc:chgData name="陽子 真木" userId="6b5c0838c72e6278" providerId="LiveId" clId="{D2AD5B68-046C-4CAF-ADC9-5F9E2094BB14}" dt="2026-09-03T11:04:50.089" v="2549" actId="12788"/>
        <pc:sldMkLst>
          <pc:docMk/>
          <pc:sldMk cId="2464441416" sldId="280"/>
        </pc:sldMkLst>
        <pc:spChg chg="mod">
          <ac:chgData name="陽子 真木" userId="6b5c0838c72e6278" providerId="LiveId" clId="{D2AD5B68-046C-4CAF-ADC9-5F9E2094BB14}" dt="2026-09-03T11:04:50.089" v="2549" actId="12788"/>
          <ac:spMkLst>
            <pc:docMk/>
            <pc:sldMk cId="2464441416" sldId="280"/>
            <ac:spMk id="2" creationId="{7860BA3D-BFB2-F493-60F9-636A89D0F0FD}"/>
          </ac:spMkLst>
        </pc:spChg>
        <pc:spChg chg="mod">
          <ac:chgData name="陽子 真木" userId="6b5c0838c72e6278" providerId="LiveId" clId="{D2AD5B68-046C-4CAF-ADC9-5F9E2094BB14}" dt="2026-09-03T11:04:42.762" v="2548" actId="12788"/>
          <ac:spMkLst>
            <pc:docMk/>
            <pc:sldMk cId="2464441416" sldId="280"/>
            <ac:spMk id="3" creationId="{88D0B5F6-C906-FF7D-BB29-172AA12005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3E831-BDF6-4C63-B9AC-F1EC26512F9C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FC8A6-5207-4652-BB35-7DE96D45F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25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FC8A6-5207-4652-BB35-7DE96D45FAEF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52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64E00-CFA0-5F76-9169-B310BA32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017853-BE8B-9A24-B503-1C798ABAD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B123C2-CD4D-F795-11CF-F191882E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029DB1-F218-1291-9051-AD28252F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D4F3F-1EDD-03F5-431E-31B1C1D0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46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BC398-1AB9-C64D-2314-6C969DF2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08525E-757C-24AE-4ECA-35FE15230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82B8A-6E55-76CE-D48C-0A61F513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D2720F-C908-7626-6E54-CB9EF2A0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2144BB-99BD-3024-9AB5-9FCCA6A8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09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A03B1-A8B3-9E2C-4F6D-FE3789CF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0CDA4D-8F1E-9271-835B-70759BE78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A35C0C-65EA-E525-5F99-48F0A300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51906B-D3B8-4A1F-6FC8-E6FF18CC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DF615-FA5C-581F-7B6E-950EF7AE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37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528E0-92E6-ECA6-5B01-03D24A67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5A078E-EB44-782A-F4DE-6D2D8E902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4DEAD0-82D2-60AB-F4AE-B38000BCD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601A65-843D-4C23-B252-63A0077C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7F31CF-A6B0-18F3-DC36-2FBE18E81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DB951D-BF91-064D-5E22-842E0ED1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05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7D72D-EF90-3111-5D5D-A99C1F73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7D1676-6898-04B3-5EC7-083B0006A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D1A9DB-3A8F-11EE-964A-05C08CCE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7251EE-473B-F36D-027B-4BCAD54B4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9291DE-3E7A-8181-5B84-F399D8E79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A42346-422D-3C47-0DD0-34CD172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A02DB8-E609-F4D9-D2DD-B88DAFF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8A41B9F-1EF7-30D0-C31C-C2701687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38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476B53-C928-7BA7-DA68-B732263F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A4D8034-B736-6F03-2FF3-4219B430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8CBBEF-CD18-4500-A781-3F901BD50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F3D64E-04BE-8A0C-15F8-437C568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72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D4FC68-FDE3-9436-6096-37A56B33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64E69C-6727-8515-CC83-D8D08F86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1A919D-4281-6925-1D05-0382D5A9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11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1C6BDF-EEE2-1E3F-A1F9-3006A585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F8E5F2-A3A5-EA17-EA57-A81BF066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E1AC1E-2547-421A-181D-DBAF2E023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B5A0BE-15DA-3473-55D0-343D981A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8B6AA2-E9AE-0729-EDC3-D6BC1B0B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2B4C2-04FF-018D-9B4E-2E1E1424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08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37D50-187A-9DB5-BB6A-B4BEB388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A2E3FBF-509E-AEE4-B1A2-628782960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79D8AD-5314-B158-4369-DB816FA27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BC78EE-1534-9C4C-D495-7CA3BA30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CC4AB5-BEB8-4C68-F6CE-22998A87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9DCC51-DE71-25AF-853C-6E866B1D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25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33F128-C61F-2A5E-3D6A-B349BAFA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79266D-52D3-2CF2-7D21-31FF933A1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7B2D8-F658-0DC2-9EC0-04135A0E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FC933C-2B9F-4214-E66A-0FD7CB37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35060A-6AAC-361E-854B-942DE59F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41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D886887-1C52-39AC-9474-02829179C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2053FD-14D1-1BA3-6309-CF00473BE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449CF8-A0E0-526A-094A-51FE547B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5C183F-1B10-10DD-589B-345ED5A8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C0A63D-9041-2F9B-98A3-D10D71E0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22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D38BE3-6151-2946-8F74-3A43DB1A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C6C23E-904B-D756-4D3F-1F57FD229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95586C-D1AA-9934-D5DB-D570F27FE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3203A-21ED-40A4-8B26-7AB229E83779}" type="datetimeFigureOut">
              <a:rPr kumimoji="1" lang="ja-JP" altLang="en-US" smtClean="0"/>
              <a:t>2026/9/18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AB8C33-31B5-BF6D-FE53-04F93A69B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03F1F3-517B-528E-A969-300AFDA95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4097F-62D4-48CF-9323-5239C77D93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82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08C25E-3C1C-6778-A541-3F3B902F1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>
                <a:latin typeface="+mj-ea"/>
              </a:rPr>
              <a:t>勤怠管理システム（VBA）</a:t>
            </a:r>
            <a:br>
              <a:rPr lang="en-US" altLang="ja-JP" dirty="0">
                <a:latin typeface="+mj-ea"/>
              </a:rPr>
            </a:br>
            <a:r>
              <a:rPr lang="ja-JP" altLang="ja-JP" dirty="0">
                <a:latin typeface="+mj-ea"/>
              </a:rPr>
              <a:t>ポートフォリオ</a:t>
            </a:r>
            <a:br>
              <a:rPr lang="en-US" altLang="ja-JP" dirty="0">
                <a:latin typeface="+mj-ea"/>
              </a:rPr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359AE4-42D2-08CB-E09B-581623275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ja-JP" altLang="en-US" dirty="0">
                <a:solidFill>
                  <a:sysClr val="windowText" lastClr="000000"/>
                </a:solidFill>
                <a:latin typeface="+mn-ea"/>
              </a:rPr>
              <a:t>作成者：真木</a:t>
            </a:r>
          </a:p>
          <a:p>
            <a:endParaRPr lang="ja-JP" altLang="en-US" dirty="0">
              <a:solidFill>
                <a:sysClr val="windowText" lastClr="000000"/>
              </a:solidFill>
              <a:latin typeface="+mn-ea"/>
            </a:endParaRPr>
          </a:p>
          <a:p>
            <a:r>
              <a:rPr lang="ja-JP" altLang="en-US" dirty="0">
                <a:solidFill>
                  <a:sysClr val="windowText" lastClr="000000"/>
                </a:solidFill>
                <a:latin typeface="+mn-ea"/>
              </a:rPr>
              <a:t>作成日：</a:t>
            </a:r>
            <a:r>
              <a:rPr lang="en-US" altLang="ja-JP" dirty="0">
                <a:solidFill>
                  <a:sysClr val="windowText" lastClr="000000"/>
                </a:solidFill>
                <a:latin typeface="+mn-ea"/>
              </a:rPr>
              <a:t>2026/09/05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365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313021-947F-2754-C335-073FCF45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000"/>
            <a:ext cx="1515894" cy="706091"/>
          </a:xfrm>
        </p:spPr>
        <p:txBody>
          <a:bodyPr wrap="square">
            <a:spAutoFit/>
          </a:bodyPr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03EBA0-99BE-7FDB-9FF8-013E8A3A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システム概要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全体構成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画面紹介（UI一覧・主要画面）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主な機能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技術ポイント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工夫した点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テスト・品質</a:t>
            </a:r>
          </a:p>
          <a:p>
            <a:pPr marL="514350" lvl="0" indent="-514350">
              <a:buFont typeface="+mj-lt"/>
              <a:buAutoNum type="arabicPeriod"/>
            </a:pPr>
            <a:r>
              <a:rPr lang="ja-JP" altLang="ja-JP" dirty="0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215838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94E723-8E9E-501F-23DF-4384F91D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753"/>
            <a:ext cx="3403060" cy="650306"/>
          </a:xfrm>
        </p:spPr>
        <p:txBody>
          <a:bodyPr wrap="square">
            <a:spAutoFit/>
          </a:bodyPr>
          <a:lstStyle/>
          <a:p>
            <a:r>
              <a:rPr lang="ja-JP" altLang="ja-JP" sz="4000" dirty="0"/>
              <a:t>システム概要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57A11F-7BA7-508A-73B7-F84092E05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462"/>
            <a:ext cx="10515600" cy="1211538"/>
          </a:xfrm>
        </p:spPr>
        <p:txBody>
          <a:bodyPr>
            <a:normAutofit/>
          </a:bodyPr>
          <a:lstStyle/>
          <a:p>
            <a:pPr lvl="0"/>
            <a:r>
              <a:rPr lang="ja-JP" altLang="en-US" sz="2000" dirty="0"/>
              <a:t>このシステムは勤怠管理を効率化するための</a:t>
            </a:r>
            <a:r>
              <a:rPr lang="en-US" altLang="ja-JP" sz="2000" dirty="0"/>
              <a:t>VBA</a:t>
            </a:r>
            <a:r>
              <a:rPr lang="ja-JP" altLang="en-US" sz="2000" dirty="0"/>
              <a:t>ツールです</a:t>
            </a:r>
          </a:p>
          <a:p>
            <a:pPr lvl="0"/>
            <a:r>
              <a:rPr lang="ja-JP" altLang="en-US" sz="2000" dirty="0"/>
              <a:t>出退勤打刻・休暇申請・承認・月次レポートを自動化します</a:t>
            </a:r>
          </a:p>
          <a:p>
            <a:pPr lvl="0"/>
            <a:r>
              <a:rPr lang="ja-JP" altLang="en-US" sz="2000" dirty="0"/>
              <a:t>連休判定ロジックや辞書化による高速処理を備えています</a:t>
            </a:r>
            <a:endParaRPr lang="ja-JP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08516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FFA8-EDD0-01B1-A705-352AF5FC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6A835C-7CF8-65F3-3E69-23C44FC5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2753"/>
            <a:ext cx="5181600" cy="650306"/>
          </a:xfrm>
        </p:spPr>
        <p:txBody>
          <a:bodyPr wrap="square">
            <a:spAutoFit/>
          </a:bodyPr>
          <a:lstStyle/>
          <a:p>
            <a:r>
              <a:rPr lang="ja-JP" altLang="ja-JP" sz="4000" dirty="0"/>
              <a:t>全体構成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D40E4-21DD-A833-393E-B0F673985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51885"/>
            <a:ext cx="5181600" cy="491824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 err="1"/>
              <a:t>UserForm</a:t>
            </a:r>
            <a:r>
              <a:rPr lang="ja-JP" altLang="en-US" sz="2400" dirty="0"/>
              <a:t>一覧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1600" dirty="0"/>
              <a:t>① LoginForm（ログイン画面）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② MainMenuForm（メインメニュー）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③ ClockForm（出退勤打刻）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④ LeaveForm（休暇申請）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⑤EmployeeForm（社員管理） </a:t>
            </a:r>
            <a:endParaRPr lang="en-US" altLang="ja-JP" sz="1600" dirty="0"/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⑥CalendarForm（カレンダー）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⑦HistoryForm（申請履歴）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⑧ApproveForm（申請承認）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⑨ AdminMenuForm（管理者メニュー）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⑩HistoryAllForm（申請履歴(一覧) 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1600" dirty="0"/>
              <a:t>⑪ChangePasswordForm（パスワード変更）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4E3338-A431-3815-5EA0-373772B877CF}"/>
              </a:ext>
            </a:extLst>
          </p:cNvPr>
          <p:cNvSpPr txBox="1"/>
          <p:nvPr/>
        </p:nvSpPr>
        <p:spPr>
          <a:xfrm>
            <a:off x="6172202" y="507999"/>
            <a:ext cx="5748865" cy="606213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ja-JP" sz="2400" dirty="0"/>
              <a:t>画面遷移図</a:t>
            </a:r>
            <a:r>
              <a:rPr lang="ja-JP" altLang="en-US" sz="2400" dirty="0"/>
              <a:t>（簡易）</a:t>
            </a:r>
            <a:endParaRPr lang="en-US" altLang="ja-JP" sz="2400" dirty="0"/>
          </a:p>
          <a:p>
            <a:pPr>
              <a:lnSpc>
                <a:spcPct val="150000"/>
              </a:lnSpc>
            </a:pPr>
            <a:r>
              <a:rPr lang="en-US" altLang="ja-JP" sz="1600" dirty="0" err="1"/>
              <a:t>LoginForm</a:t>
            </a:r>
            <a:r>
              <a:rPr lang="ja-JP" altLang="en-US" sz="1600" dirty="0"/>
              <a:t>（ログイン）		</a:t>
            </a:r>
          </a:p>
          <a:p>
            <a:r>
              <a:rPr lang="ja-JP" altLang="en-US" sz="1600" dirty="0"/>
              <a:t>  ↓		</a:t>
            </a:r>
          </a:p>
          <a:p>
            <a:r>
              <a:rPr lang="en-US" altLang="ja-JP" sz="1600" dirty="0" err="1"/>
              <a:t>MainMenuForm</a:t>
            </a:r>
            <a:r>
              <a:rPr lang="ja-JP" altLang="en-US" sz="1600" dirty="0"/>
              <a:t>（メインメニュー）</a:t>
            </a:r>
            <a:endParaRPr lang="en-US" altLang="ja-JP" sz="1600" dirty="0"/>
          </a:p>
          <a:p>
            <a:r>
              <a:rPr lang="ja-JP" altLang="en-US" sz="1600" dirty="0"/>
              <a:t>      │ 		</a:t>
            </a:r>
          </a:p>
          <a:p>
            <a:r>
              <a:rPr lang="ja-JP" altLang="en-US" sz="1600" dirty="0"/>
              <a:t>      ├ </a:t>
            </a:r>
            <a:r>
              <a:rPr lang="en-US" altLang="ja-JP" sz="1600" dirty="0" err="1"/>
              <a:t>ClockForm</a:t>
            </a:r>
            <a:r>
              <a:rPr lang="ja-JP" altLang="en-US" sz="1600" dirty="0"/>
              <a:t>（出退勤打刻）	</a:t>
            </a:r>
            <a:endParaRPr lang="en-US" altLang="ja-JP" sz="1600" dirty="0"/>
          </a:p>
          <a:p>
            <a:r>
              <a:rPr lang="ja-JP" altLang="en-US" sz="1600" dirty="0"/>
              <a:t>      │ 	</a:t>
            </a:r>
          </a:p>
          <a:p>
            <a:r>
              <a:rPr lang="ja-JP" altLang="en-US" sz="1600" dirty="0"/>
              <a:t>      ├ </a:t>
            </a:r>
            <a:r>
              <a:rPr lang="en-US" altLang="ja-JP" sz="1600" dirty="0" err="1"/>
              <a:t>LeaveForm</a:t>
            </a:r>
            <a:r>
              <a:rPr lang="ja-JP" altLang="en-US" sz="1600" dirty="0"/>
              <a:t>（休暇申請）	</a:t>
            </a:r>
          </a:p>
          <a:p>
            <a:r>
              <a:rPr lang="ja-JP" altLang="en-US" sz="1600" dirty="0"/>
              <a:t>      │     ├ </a:t>
            </a:r>
            <a:r>
              <a:rPr lang="en-US" altLang="ja-JP" sz="1600" dirty="0" err="1"/>
              <a:t>CalendarForm</a:t>
            </a:r>
            <a:r>
              <a:rPr lang="ja-JP" altLang="en-US" sz="1600" dirty="0"/>
              <a:t>（カレンダー）</a:t>
            </a:r>
            <a:endParaRPr lang="en-US" altLang="ja-JP" sz="1600" dirty="0"/>
          </a:p>
          <a:p>
            <a:r>
              <a:rPr lang="ja-JP" altLang="en-US" sz="1600" dirty="0"/>
              <a:t>      │     │</a:t>
            </a:r>
          </a:p>
          <a:p>
            <a:r>
              <a:rPr lang="ja-JP" altLang="en-US" sz="1600" dirty="0"/>
              <a:t>      │     └ </a:t>
            </a:r>
            <a:r>
              <a:rPr lang="en-US" altLang="ja-JP" sz="1600" dirty="0" err="1"/>
              <a:t>HistoryForm</a:t>
            </a:r>
            <a:r>
              <a:rPr lang="ja-JP" altLang="en-US" sz="1600" dirty="0"/>
              <a:t>（申請履歴）</a:t>
            </a:r>
            <a:endParaRPr lang="en-US" altLang="ja-JP" sz="1600" dirty="0"/>
          </a:p>
          <a:p>
            <a:r>
              <a:rPr lang="en-US" altLang="ja-JP" sz="1600" dirty="0"/>
              <a:t>      </a:t>
            </a:r>
            <a:r>
              <a:rPr lang="ja-JP" altLang="en-US" sz="1600" dirty="0"/>
              <a:t>│ 		</a:t>
            </a:r>
          </a:p>
          <a:p>
            <a:r>
              <a:rPr lang="ja-JP" altLang="en-US" sz="1600" dirty="0"/>
              <a:t>      ├ </a:t>
            </a:r>
            <a:r>
              <a:rPr lang="en-US" altLang="ja-JP" sz="1600" dirty="0" err="1"/>
              <a:t>ChangePasswordForm</a:t>
            </a:r>
            <a:r>
              <a:rPr lang="ja-JP" altLang="en-US" sz="1600" dirty="0"/>
              <a:t>（パスワード変更）	     </a:t>
            </a:r>
            <a:endParaRPr lang="en-US" altLang="ja-JP" sz="1600" dirty="0"/>
          </a:p>
          <a:p>
            <a:r>
              <a:rPr lang="en-US" altLang="ja-JP" sz="1600" dirty="0"/>
              <a:t>      </a:t>
            </a:r>
            <a:r>
              <a:rPr lang="ja-JP" altLang="en-US" sz="1600" dirty="0"/>
              <a:t>│</a:t>
            </a:r>
          </a:p>
          <a:p>
            <a:r>
              <a:rPr lang="ja-JP" altLang="en-US" sz="1600" dirty="0"/>
              <a:t>      └ </a:t>
            </a:r>
            <a:r>
              <a:rPr lang="en-US" altLang="ja-JP" sz="1600" dirty="0" err="1"/>
              <a:t>AdminMenuForm</a:t>
            </a:r>
            <a:r>
              <a:rPr lang="ja-JP" altLang="en-US" sz="1600" dirty="0"/>
              <a:t>（管理者メニュー）	</a:t>
            </a:r>
            <a:r>
              <a:rPr lang="en-US" altLang="ja-JP" sz="1600" dirty="0"/>
              <a:t>       </a:t>
            </a:r>
          </a:p>
          <a:p>
            <a:r>
              <a:rPr lang="en-US" altLang="ja-JP" sz="1600" dirty="0"/>
              <a:t>                   </a:t>
            </a:r>
            <a:r>
              <a:rPr lang="ja-JP" altLang="en-US" sz="1600" dirty="0"/>
              <a:t>│</a:t>
            </a:r>
          </a:p>
          <a:p>
            <a:r>
              <a:rPr lang="ja-JP" altLang="en-US" sz="1600" dirty="0"/>
              <a:t>                   ├ </a:t>
            </a:r>
            <a:r>
              <a:rPr lang="en-US" altLang="ja-JP" sz="1600" dirty="0" err="1"/>
              <a:t>ApproveForm</a:t>
            </a:r>
            <a:r>
              <a:rPr lang="ja-JP" altLang="en-US" sz="1600" dirty="0"/>
              <a:t>（申請承認）</a:t>
            </a:r>
            <a:endParaRPr lang="en-US" altLang="ja-JP" sz="1600" dirty="0"/>
          </a:p>
          <a:p>
            <a:r>
              <a:rPr lang="ja-JP" altLang="en-US" sz="1600" dirty="0"/>
              <a:t>                   │</a:t>
            </a:r>
          </a:p>
          <a:p>
            <a:r>
              <a:rPr lang="ja-JP" altLang="en-US" sz="1600" dirty="0"/>
              <a:t>                   ├ </a:t>
            </a:r>
            <a:r>
              <a:rPr lang="en-US" altLang="ja-JP" sz="1600" dirty="0" err="1"/>
              <a:t>HistoryAllForm</a:t>
            </a:r>
            <a:r>
              <a:rPr lang="ja-JP" altLang="en-US" sz="1600" dirty="0"/>
              <a:t>（申請履歴一覧）</a:t>
            </a:r>
          </a:p>
          <a:p>
            <a:r>
              <a:rPr lang="ja-JP" altLang="en-US" sz="1600" dirty="0"/>
              <a:t>                   │     └ </a:t>
            </a:r>
            <a:r>
              <a:rPr lang="en-US" altLang="ja-JP" sz="1600" dirty="0" err="1"/>
              <a:t>CalendarForm</a:t>
            </a:r>
            <a:r>
              <a:rPr lang="ja-JP" altLang="en-US" sz="1600" dirty="0"/>
              <a:t>（カレンダー）</a:t>
            </a:r>
            <a:endParaRPr lang="en-US" altLang="ja-JP" sz="1600" dirty="0"/>
          </a:p>
          <a:p>
            <a:r>
              <a:rPr lang="en-US" altLang="ja-JP" sz="1600" dirty="0"/>
              <a:t>                  </a:t>
            </a:r>
            <a:r>
              <a:rPr lang="ja-JP" altLang="en-US" sz="1600" dirty="0"/>
              <a:t> │</a:t>
            </a:r>
          </a:p>
          <a:p>
            <a:r>
              <a:rPr lang="ja-JP" altLang="en-US" sz="1600" dirty="0"/>
              <a:t>                   └ </a:t>
            </a:r>
            <a:r>
              <a:rPr lang="en-US" altLang="ja-JP" sz="1600" dirty="0" err="1"/>
              <a:t>EmployeeForm</a:t>
            </a:r>
            <a:r>
              <a:rPr lang="ja-JP" altLang="en-US" sz="1600" dirty="0"/>
              <a:t>（社員管理）</a:t>
            </a:r>
            <a:r>
              <a:rPr lang="ja-JP" alt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88232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612D-9EFE-9FE4-71E2-51824111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34F9C5-2539-D560-446B-217EB9E16854}"/>
              </a:ext>
            </a:extLst>
          </p:cNvPr>
          <p:cNvSpPr txBox="1">
            <a:spLocks/>
          </p:cNvSpPr>
          <p:nvPr/>
        </p:nvSpPr>
        <p:spPr>
          <a:xfrm>
            <a:off x="838200" y="702753"/>
            <a:ext cx="3445933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 err="1"/>
              <a:t>UserForm</a:t>
            </a:r>
            <a:r>
              <a:rPr lang="ja-JP" altLang="en-US" sz="4000" dirty="0"/>
              <a:t>一覧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9FE2A5-6793-58B6-33FC-7EB18C93F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5"/>
          <a:stretch>
            <a:fillRect/>
          </a:stretch>
        </p:blipFill>
        <p:spPr>
          <a:xfrm>
            <a:off x="5135323" y="4254792"/>
            <a:ext cx="1921353" cy="19359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033A1A-7610-B5F2-B30C-7169B00904D4}"/>
              </a:ext>
            </a:extLst>
          </p:cNvPr>
          <p:cNvSpPr txBox="1"/>
          <p:nvPr/>
        </p:nvSpPr>
        <p:spPr>
          <a:xfrm>
            <a:off x="751002" y="3460897"/>
            <a:ext cx="1089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LoginForm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4383BB-EE5D-F89A-A8EF-4A9656B305B9}"/>
              </a:ext>
            </a:extLst>
          </p:cNvPr>
          <p:cNvSpPr txBox="1"/>
          <p:nvPr/>
        </p:nvSpPr>
        <p:spPr>
          <a:xfrm>
            <a:off x="2321397" y="3471492"/>
            <a:ext cx="1507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MainMenuForm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3174F2-0162-5097-4314-E37B133F428C}"/>
              </a:ext>
            </a:extLst>
          </p:cNvPr>
          <p:cNvSpPr txBox="1"/>
          <p:nvPr/>
        </p:nvSpPr>
        <p:spPr>
          <a:xfrm>
            <a:off x="4510173" y="3457413"/>
            <a:ext cx="1089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ClockForm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6DA2472-FF86-5EDA-D448-335B3B50DA8C}"/>
              </a:ext>
            </a:extLst>
          </p:cNvPr>
          <p:cNvSpPr txBox="1"/>
          <p:nvPr/>
        </p:nvSpPr>
        <p:spPr>
          <a:xfrm>
            <a:off x="6490468" y="3475428"/>
            <a:ext cx="1179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LeaveForm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3C70D68-E170-7F60-4FF9-4E1CF03BC7DD}"/>
              </a:ext>
            </a:extLst>
          </p:cNvPr>
          <p:cNvSpPr txBox="1"/>
          <p:nvPr/>
        </p:nvSpPr>
        <p:spPr>
          <a:xfrm>
            <a:off x="8307928" y="3451318"/>
            <a:ext cx="142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EmployeeForm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5B9E360-3407-505D-8DB3-B60A26DE1BEF}"/>
              </a:ext>
            </a:extLst>
          </p:cNvPr>
          <p:cNvSpPr txBox="1"/>
          <p:nvPr/>
        </p:nvSpPr>
        <p:spPr>
          <a:xfrm>
            <a:off x="10188474" y="3474436"/>
            <a:ext cx="142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CalendarForm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B4FEE7D-EE28-A9C6-A6EA-CD38255430F6}"/>
              </a:ext>
            </a:extLst>
          </p:cNvPr>
          <p:cNvSpPr txBox="1"/>
          <p:nvPr/>
        </p:nvSpPr>
        <p:spPr>
          <a:xfrm>
            <a:off x="955127" y="6179833"/>
            <a:ext cx="1257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HistoryForm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5982C46-6195-97A7-E8D4-5F1E1DCCD228}"/>
              </a:ext>
            </a:extLst>
          </p:cNvPr>
          <p:cNvSpPr txBox="1"/>
          <p:nvPr/>
        </p:nvSpPr>
        <p:spPr>
          <a:xfrm>
            <a:off x="3181541" y="6179833"/>
            <a:ext cx="131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ApproveForm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2B699B3-ABDF-6B26-21AF-FD0E8B75A799}"/>
              </a:ext>
            </a:extLst>
          </p:cNvPr>
          <p:cNvSpPr txBox="1"/>
          <p:nvPr/>
        </p:nvSpPr>
        <p:spPr>
          <a:xfrm>
            <a:off x="5312110" y="6179797"/>
            <a:ext cx="1627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AdminMenuForm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B868294-2866-374D-7080-5C33C78874A8}"/>
              </a:ext>
            </a:extLst>
          </p:cNvPr>
          <p:cNvSpPr txBox="1"/>
          <p:nvPr/>
        </p:nvSpPr>
        <p:spPr>
          <a:xfrm>
            <a:off x="7326915" y="6179796"/>
            <a:ext cx="1442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HistoryAllForm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FCA340F-5857-EC89-E0EE-FF88F458D267}"/>
              </a:ext>
            </a:extLst>
          </p:cNvPr>
          <p:cNvSpPr txBox="1"/>
          <p:nvPr/>
        </p:nvSpPr>
        <p:spPr>
          <a:xfrm>
            <a:off x="8957116" y="6179795"/>
            <a:ext cx="2050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ChangePasswordForm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15B8A51-EE06-EA47-9EA5-CEFEF499E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4"/>
          <a:stretch>
            <a:fillRect/>
          </a:stretch>
        </p:blipFill>
        <p:spPr>
          <a:xfrm>
            <a:off x="445291" y="1546986"/>
            <a:ext cx="1701693" cy="192654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0B90EE2-5D57-914D-6320-A0143C8BE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6"/>
          <a:stretch>
            <a:fillRect/>
          </a:stretch>
        </p:blipFill>
        <p:spPr>
          <a:xfrm>
            <a:off x="2145934" y="1540862"/>
            <a:ext cx="1853491" cy="1930831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E303FBC-D3A6-39D9-3B3A-CD10BB0E26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2"/>
          <a:stretch>
            <a:fillRect/>
          </a:stretch>
        </p:blipFill>
        <p:spPr>
          <a:xfrm>
            <a:off x="3998864" y="1540862"/>
            <a:ext cx="2119153" cy="1921061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5CB96B8-A534-EE33-1BEE-4DF0E7E8B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7"/>
          <a:stretch>
            <a:fillRect/>
          </a:stretch>
        </p:blipFill>
        <p:spPr>
          <a:xfrm>
            <a:off x="6118017" y="1540862"/>
            <a:ext cx="1924690" cy="1930831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4D176134-957C-1590-4A31-258700A0AD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6"/>
          <a:stretch>
            <a:fillRect/>
          </a:stretch>
        </p:blipFill>
        <p:spPr>
          <a:xfrm>
            <a:off x="8040344" y="1539024"/>
            <a:ext cx="1946464" cy="1928321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CBF88B9B-B727-1001-F086-869D2291A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4"/>
          <a:stretch>
            <a:fillRect/>
          </a:stretch>
        </p:blipFill>
        <p:spPr>
          <a:xfrm>
            <a:off x="9980291" y="1547990"/>
            <a:ext cx="1766418" cy="1921218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813E5285-3776-CFFF-9772-480B16E32E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4"/>
          <a:stretch>
            <a:fillRect/>
          </a:stretch>
        </p:blipFill>
        <p:spPr>
          <a:xfrm>
            <a:off x="446959" y="4251057"/>
            <a:ext cx="2273395" cy="193507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8E166095-0D72-C506-290E-586958C39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1"/>
          <a:stretch>
            <a:fillRect/>
          </a:stretch>
        </p:blipFill>
        <p:spPr>
          <a:xfrm>
            <a:off x="2720354" y="4257243"/>
            <a:ext cx="2414225" cy="1934362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D78A8A5-71C2-B839-8BE2-1388D6A50C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5"/>
          <a:stretch>
            <a:fillRect/>
          </a:stretch>
        </p:blipFill>
        <p:spPr>
          <a:xfrm>
            <a:off x="7056676" y="4251057"/>
            <a:ext cx="2000757" cy="1939647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6CD2DAA5-02A8-FFE6-CD07-E556D87A94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1"/>
          <a:stretch>
            <a:fillRect/>
          </a:stretch>
        </p:blipFill>
        <p:spPr>
          <a:xfrm>
            <a:off x="9057433" y="4251057"/>
            <a:ext cx="1849968" cy="193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CB1E2-2639-33D7-21F0-A5E586D7B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ja-JP" sz="5400" dirty="0"/>
              <a:t>重要Form紹介</a:t>
            </a:r>
            <a:endParaRPr kumimoji="1" lang="ja-JP" altLang="en-US" sz="54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D54A59-B6F6-1239-B8F7-D3E10D787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ja-JP" dirty="0"/>
              <a:t>・この章では主要な5つのFormを紹介します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5192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12FA6-13A8-D96A-ECA1-49AF4A86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2C02D-E314-ED1F-0062-7A46E5F74851}"/>
              </a:ext>
            </a:extLst>
          </p:cNvPr>
          <p:cNvSpPr txBox="1">
            <a:spLocks/>
          </p:cNvSpPr>
          <p:nvPr/>
        </p:nvSpPr>
        <p:spPr>
          <a:xfrm>
            <a:off x="1695620" y="702753"/>
            <a:ext cx="2548467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000" dirty="0">
                <a:latin typeface="+mj-ea"/>
              </a:rPr>
              <a:t>LoginForm</a:t>
            </a:r>
            <a:endParaRPr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1DDABF-0D84-7A95-507B-86B731C07538}"/>
              </a:ext>
            </a:extLst>
          </p:cNvPr>
          <p:cNvSpPr txBox="1"/>
          <p:nvPr/>
        </p:nvSpPr>
        <p:spPr>
          <a:xfrm>
            <a:off x="6297229" y="673963"/>
            <a:ext cx="1288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atin typeface="+mj-ea"/>
                <a:ea typeface="+mj-ea"/>
              </a:rPr>
              <a:t>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0CCB2B-20FA-3CCD-8060-59517431E7F5}"/>
              </a:ext>
            </a:extLst>
          </p:cNvPr>
          <p:cNvSpPr txBox="1"/>
          <p:nvPr/>
        </p:nvSpPr>
        <p:spPr>
          <a:xfrm>
            <a:off x="6297229" y="1445114"/>
            <a:ext cx="3512523" cy="270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sz="2000" dirty="0"/>
              <a:t>・ログイン機能</a:t>
            </a:r>
          </a:p>
          <a:p>
            <a:pPr>
              <a:lnSpc>
                <a:spcPct val="300000"/>
              </a:lnSpc>
            </a:pPr>
            <a:r>
              <a:rPr lang="ja-JP" altLang="en-US" sz="2000" dirty="0"/>
              <a:t>・PWチェック</a:t>
            </a:r>
          </a:p>
          <a:p>
            <a:pPr>
              <a:lnSpc>
                <a:spcPct val="300000"/>
              </a:lnSpc>
            </a:pPr>
            <a:r>
              <a:rPr lang="ja-JP" altLang="en-US" sz="2000" dirty="0"/>
              <a:t>・権限判定（一般 / 管理者）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D49D407-D06F-2067-384D-BF62A9770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65" y="1445114"/>
            <a:ext cx="3806976" cy="435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1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8BAC-5431-5FF3-7519-3844AC28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18577A-426E-F43B-AA48-CC701271D438}"/>
              </a:ext>
            </a:extLst>
          </p:cNvPr>
          <p:cNvSpPr txBox="1">
            <a:spLocks/>
          </p:cNvSpPr>
          <p:nvPr/>
        </p:nvSpPr>
        <p:spPr>
          <a:xfrm>
            <a:off x="1695620" y="702753"/>
            <a:ext cx="2548467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 err="1">
                <a:latin typeface="+mj-ea"/>
              </a:rPr>
              <a:t>ClockForm</a:t>
            </a:r>
            <a:endParaRPr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FFE4AD8-973A-636B-6848-F8F9627061D6}"/>
              </a:ext>
            </a:extLst>
          </p:cNvPr>
          <p:cNvSpPr txBox="1"/>
          <p:nvPr/>
        </p:nvSpPr>
        <p:spPr>
          <a:xfrm>
            <a:off x="6297229" y="674666"/>
            <a:ext cx="1288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atin typeface="+mj-ea"/>
                <a:ea typeface="+mj-ea"/>
              </a:rPr>
              <a:t>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05F3C4-ABE8-A66A-7AB8-9F36F0F79FA1}"/>
              </a:ext>
            </a:extLst>
          </p:cNvPr>
          <p:cNvSpPr txBox="1"/>
          <p:nvPr/>
        </p:nvSpPr>
        <p:spPr>
          <a:xfrm>
            <a:off x="6297229" y="1445113"/>
            <a:ext cx="3512523" cy="270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出退勤・休憩を記録</a:t>
            </a:r>
            <a:endParaRPr lang="ja-JP" altLang="en-US" sz="2000" dirty="0"/>
          </a:p>
          <a:p>
            <a:pPr>
              <a:lnSpc>
                <a:spcPct val="300000"/>
              </a:lnSpc>
            </a:pPr>
            <a:r>
              <a:rPr lang="ja-JP" altLang="en-US" sz="2000" dirty="0"/>
              <a:t>・実働・残業を自動計算</a:t>
            </a:r>
          </a:p>
          <a:p>
            <a:pPr>
              <a:lnSpc>
                <a:spcPct val="300000"/>
              </a:lnSpc>
            </a:pPr>
            <a:r>
              <a:rPr lang="ja-JP" altLang="en-US" sz="2000" dirty="0"/>
              <a:t>・ボタン制御で二重打刻防止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245F301-3E7B-DBE4-AC28-7BFBA3971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0"/>
          <a:stretch>
            <a:fillRect/>
          </a:stretch>
        </p:blipFill>
        <p:spPr>
          <a:xfrm>
            <a:off x="546483" y="1445113"/>
            <a:ext cx="4846740" cy="435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3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ED6F-763A-88FD-78B4-659FBA4E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C8A954-61BE-45AE-BDE7-7F2684908322}"/>
              </a:ext>
            </a:extLst>
          </p:cNvPr>
          <p:cNvSpPr txBox="1">
            <a:spLocks/>
          </p:cNvSpPr>
          <p:nvPr/>
        </p:nvSpPr>
        <p:spPr>
          <a:xfrm>
            <a:off x="1695620" y="702753"/>
            <a:ext cx="2681647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 err="1">
                <a:latin typeface="+mj-ea"/>
              </a:rPr>
              <a:t>LeaveForm</a:t>
            </a:r>
            <a:endParaRPr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247E44-6650-4F50-8491-47A9EFEEA663}"/>
              </a:ext>
            </a:extLst>
          </p:cNvPr>
          <p:cNvSpPr txBox="1"/>
          <p:nvPr/>
        </p:nvSpPr>
        <p:spPr>
          <a:xfrm>
            <a:off x="6297229" y="673200"/>
            <a:ext cx="1288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atin typeface="+mj-ea"/>
                <a:ea typeface="+mj-ea"/>
              </a:rPr>
              <a:t>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348F79-93F6-3F81-EFD7-A3FE2F8BE804}"/>
              </a:ext>
            </a:extLst>
          </p:cNvPr>
          <p:cNvSpPr txBox="1"/>
          <p:nvPr/>
        </p:nvSpPr>
        <p:spPr>
          <a:xfrm>
            <a:off x="6297229" y="1443600"/>
            <a:ext cx="5090601" cy="270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sz="2000" dirty="0"/>
              <a:t>・休暇申請の登録</a:t>
            </a:r>
          </a:p>
          <a:p>
            <a:pPr>
              <a:lnSpc>
                <a:spcPct val="300000"/>
              </a:lnSpc>
            </a:pPr>
            <a:r>
              <a:rPr lang="ja-JP" altLang="en-US" sz="2000" dirty="0"/>
              <a:t>・入力チェック（必須項目・日付整合性）</a:t>
            </a:r>
          </a:p>
          <a:p>
            <a:pPr>
              <a:lnSpc>
                <a:spcPct val="300000"/>
              </a:lnSpc>
            </a:pPr>
            <a:r>
              <a:rPr lang="ja-JP" altLang="en-US" sz="2000" dirty="0"/>
              <a:t>・カレンダー選択（</a:t>
            </a:r>
            <a:r>
              <a:rPr lang="en-US" altLang="ja-JP" sz="2000" dirty="0"/>
              <a:t>3</a:t>
            </a:r>
            <a:r>
              <a:rPr lang="ja-JP" altLang="en-US" sz="2000" dirty="0"/>
              <a:t>か月分）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A654E62-BF3E-AB51-CBBB-C7A8D27CD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42" y="1443600"/>
            <a:ext cx="5090601" cy="51058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23890F-EE67-3971-2FE1-58C217E2DE32}"/>
              </a:ext>
            </a:extLst>
          </p:cNvPr>
          <p:cNvSpPr txBox="1"/>
          <p:nvPr/>
        </p:nvSpPr>
        <p:spPr>
          <a:xfrm>
            <a:off x="491142" y="6519446"/>
            <a:ext cx="490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※</a:t>
            </a:r>
            <a:r>
              <a:rPr lang="ja-JP" altLang="en-US" sz="1600" dirty="0"/>
              <a:t>使用している氏名はテスト用の架空データです。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1152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17E3-35AE-1EB8-C08E-C283CE63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27BCE-EC1A-3247-E9D8-81911F17769D}"/>
              </a:ext>
            </a:extLst>
          </p:cNvPr>
          <p:cNvSpPr txBox="1">
            <a:spLocks/>
          </p:cNvSpPr>
          <p:nvPr/>
        </p:nvSpPr>
        <p:spPr>
          <a:xfrm>
            <a:off x="1695620" y="702753"/>
            <a:ext cx="3172713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 err="1">
                <a:latin typeface="+mj-ea"/>
              </a:rPr>
              <a:t>ApproveForm</a:t>
            </a:r>
            <a:endParaRPr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7EE74F-22AC-C677-8E6B-DF92E8F3753A}"/>
              </a:ext>
            </a:extLst>
          </p:cNvPr>
          <p:cNvSpPr txBox="1"/>
          <p:nvPr/>
        </p:nvSpPr>
        <p:spPr>
          <a:xfrm>
            <a:off x="6297229" y="673963"/>
            <a:ext cx="1288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atin typeface="+mj-ea"/>
                <a:ea typeface="+mj-ea"/>
              </a:rPr>
              <a:t>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66F759-5ED7-690E-CEAA-05880B0168A6}"/>
              </a:ext>
            </a:extLst>
          </p:cNvPr>
          <p:cNvSpPr txBox="1"/>
          <p:nvPr/>
        </p:nvSpPr>
        <p:spPr>
          <a:xfrm>
            <a:off x="6297229" y="1443600"/>
            <a:ext cx="5156200" cy="270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休暇申請を抽出し一覧表示</a:t>
            </a:r>
            <a:endParaRPr lang="en-US" altLang="ja-JP" sz="2000" dirty="0"/>
          </a:p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承認／却下を記録</a:t>
            </a:r>
            <a:endParaRPr lang="ja-JP" altLang="en-US" sz="2000" dirty="0"/>
          </a:p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日付昇順ソート・連休判定</a:t>
            </a:r>
            <a:endParaRPr lang="ja-JP" altLang="en-US" sz="2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1792028-5FC9-175A-FF21-C059D849F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5"/>
          <a:stretch>
            <a:fillRect/>
          </a:stretch>
        </p:blipFill>
        <p:spPr>
          <a:xfrm>
            <a:off x="201229" y="1443600"/>
            <a:ext cx="5894771" cy="475433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39E411-DC56-40E9-9F09-3BE50CDD7532}"/>
              </a:ext>
            </a:extLst>
          </p:cNvPr>
          <p:cNvSpPr txBox="1"/>
          <p:nvPr/>
        </p:nvSpPr>
        <p:spPr>
          <a:xfrm>
            <a:off x="201229" y="6519446"/>
            <a:ext cx="490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※</a:t>
            </a:r>
            <a:r>
              <a:rPr lang="ja-JP" altLang="en-US" sz="1600" dirty="0"/>
              <a:t>使用している氏名はテスト用の架空データです。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1124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35C5-C703-276F-11D3-4DE40E13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F8D2D6-FEF3-5137-BE4F-4F75500A3553}"/>
              </a:ext>
            </a:extLst>
          </p:cNvPr>
          <p:cNvSpPr txBox="1">
            <a:spLocks/>
          </p:cNvSpPr>
          <p:nvPr/>
        </p:nvSpPr>
        <p:spPr>
          <a:xfrm>
            <a:off x="1695620" y="702753"/>
            <a:ext cx="3435180" cy="65030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000" dirty="0" err="1">
                <a:latin typeface="+mj-ea"/>
              </a:rPr>
              <a:t>HistoryAllForm</a:t>
            </a:r>
            <a:endParaRPr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0E4317-265C-3E9C-61DB-898A7BFB57E2}"/>
              </a:ext>
            </a:extLst>
          </p:cNvPr>
          <p:cNvSpPr txBox="1"/>
          <p:nvPr/>
        </p:nvSpPr>
        <p:spPr>
          <a:xfrm>
            <a:off x="6297229" y="673200"/>
            <a:ext cx="1288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>
                <a:latin typeface="+mj-ea"/>
                <a:ea typeface="+mj-ea"/>
              </a:rPr>
              <a:t>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4C6DAE-8B41-DEDF-751C-8774B8FAF52F}"/>
              </a:ext>
            </a:extLst>
          </p:cNvPr>
          <p:cNvSpPr txBox="1"/>
          <p:nvPr/>
        </p:nvSpPr>
        <p:spPr>
          <a:xfrm>
            <a:off x="6297229" y="1443600"/>
            <a:ext cx="3633343" cy="270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休暇申請の一覧表示</a:t>
            </a:r>
            <a:endParaRPr lang="en-US" altLang="ja-JP" sz="2000" dirty="0"/>
          </a:p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カレンダーで日付選択</a:t>
            </a:r>
            <a:endParaRPr lang="ja-JP" altLang="en-US" sz="2000" dirty="0"/>
          </a:p>
          <a:p>
            <a:pPr>
              <a:lnSpc>
                <a:spcPct val="300000"/>
              </a:lnSpc>
            </a:pPr>
            <a:r>
              <a:rPr lang="ja-JP" altLang="en-US" sz="2000" dirty="0"/>
              <a:t>・</a:t>
            </a:r>
            <a:r>
              <a:rPr lang="ja-JP" altLang="ja-JP" sz="2000" dirty="0"/>
              <a:t>検索で抽出表示</a:t>
            </a:r>
            <a:endParaRPr lang="ja-JP" altLang="en-US" sz="2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BF864F-FBAA-9182-33C4-BED681D97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4"/>
          <a:stretch>
            <a:fillRect/>
          </a:stretch>
        </p:blipFill>
        <p:spPr>
          <a:xfrm>
            <a:off x="731459" y="1443600"/>
            <a:ext cx="5163313" cy="502277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33E4C0-1E5B-D15A-6491-3AE77881C586}"/>
              </a:ext>
            </a:extLst>
          </p:cNvPr>
          <p:cNvSpPr txBox="1"/>
          <p:nvPr/>
        </p:nvSpPr>
        <p:spPr>
          <a:xfrm>
            <a:off x="731459" y="6519446"/>
            <a:ext cx="490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※</a:t>
            </a:r>
            <a:r>
              <a:rPr lang="ja-JP" altLang="en-US" sz="1600" dirty="0"/>
              <a:t>使用している氏名はテスト用の架空データです。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493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41D3-EAF5-F8C1-7484-E5811D93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BFCBE-BCCF-B912-FE3F-257ECB60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700" y="702000"/>
            <a:ext cx="2260600" cy="650306"/>
          </a:xfrm>
        </p:spPr>
        <p:txBody>
          <a:bodyPr wrap="square">
            <a:spAutoFit/>
          </a:bodyPr>
          <a:lstStyle/>
          <a:p>
            <a:r>
              <a:rPr lang="ja-JP" altLang="en-US" sz="4000" dirty="0"/>
              <a:t>主な機能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25C25-ED5F-C8CF-D614-63CBBCC6D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117" y="1655268"/>
            <a:ext cx="2535766" cy="3937786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ja-JP" altLang="en-US" sz="2000" dirty="0"/>
              <a:t>出退勤打刻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休暇申請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承認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月次レポート作成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社員マスタ参照</a:t>
            </a:r>
            <a:endParaRPr lang="ja-JP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70677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E181-3B10-9510-2A95-6C160ED1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57ABB-D5ED-CF96-069B-135CB6CD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816" y="702000"/>
            <a:ext cx="3272368" cy="650306"/>
          </a:xfrm>
        </p:spPr>
        <p:txBody>
          <a:bodyPr wrap="square">
            <a:spAutoFit/>
          </a:bodyPr>
          <a:lstStyle/>
          <a:p>
            <a:r>
              <a:rPr lang="ja-JP" altLang="en-US" sz="4000" dirty="0"/>
              <a:t>技術ポイント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61AB2D-6CB4-9A86-4A2A-70E1CDC45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158" y="1656000"/>
            <a:ext cx="3477683" cy="3627932"/>
          </a:xfrm>
        </p:spPr>
        <p:txBody>
          <a:bodyPr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altLang="ja-JP" sz="2000" dirty="0"/>
              <a:t>VBA </a:t>
            </a:r>
            <a:r>
              <a:rPr lang="en-US" altLang="ja-JP" sz="2000" dirty="0" err="1"/>
              <a:t>UserForm</a:t>
            </a:r>
            <a:endParaRPr lang="en-US" altLang="ja-JP" sz="2000" dirty="0"/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辞書</a:t>
            </a:r>
            <a:r>
              <a:rPr lang="en-US" altLang="ja-JP" sz="2000" dirty="0"/>
              <a:t>(</a:t>
            </a:r>
            <a:r>
              <a:rPr lang="en-US" altLang="ja-JP" sz="2000" dirty="0" err="1"/>
              <a:t>Scripting.Dictionary</a:t>
            </a:r>
            <a:r>
              <a:rPr lang="en-US" altLang="ja-JP" sz="2000" dirty="0"/>
              <a:t>)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連休判定ロジック</a:t>
            </a:r>
          </a:p>
          <a:p>
            <a:pPr lvl="0">
              <a:lnSpc>
                <a:spcPct val="200000"/>
              </a:lnSpc>
            </a:pPr>
            <a:r>
              <a:rPr lang="en-US" altLang="ja-JP" sz="2000" dirty="0" err="1"/>
              <a:t>GetLastRow</a:t>
            </a:r>
            <a:endParaRPr lang="en-US" altLang="ja-JP" sz="2000" dirty="0"/>
          </a:p>
          <a:p>
            <a:pPr lvl="0">
              <a:lnSpc>
                <a:spcPct val="200000"/>
              </a:lnSpc>
            </a:pPr>
            <a:r>
              <a:rPr lang="en-US" altLang="ja-JP" sz="2000" dirty="0" err="1"/>
              <a:t>SheetExists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367077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F0CE-3A04-180F-77B0-0CC8DAE6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780BA-3F0D-24A7-F2DC-DCDAB5F4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108" y="702000"/>
            <a:ext cx="2753784" cy="650306"/>
          </a:xfrm>
        </p:spPr>
        <p:txBody>
          <a:bodyPr wrap="square">
            <a:spAutoFit/>
          </a:bodyPr>
          <a:lstStyle/>
          <a:p>
            <a:r>
              <a:rPr lang="ja-JP" altLang="en-US" sz="4000" dirty="0"/>
              <a:t>工夫した点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693027-5511-5568-9025-D044A27D7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313" y="1656000"/>
            <a:ext cx="3635375" cy="2162467"/>
          </a:xfrm>
        </p:spPr>
        <p:txBody>
          <a:bodyPr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altLang="ja-JP" sz="2000" dirty="0"/>
              <a:t>UI</a:t>
            </a:r>
            <a:r>
              <a:rPr lang="ja-JP" altLang="en-US" sz="2000" dirty="0"/>
              <a:t>配色</a:t>
            </a:r>
            <a:r>
              <a:rPr lang="en-US" altLang="ja-JP" sz="2000" dirty="0"/>
              <a:t>(#2C3E50/#3498DB)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空行除外処理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マスタ参照の辞書化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01261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ADC0-60F1-0093-A974-E4D8E7C3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A05E99-B21E-9C1C-2B9B-31B66674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488" y="702000"/>
            <a:ext cx="2867025" cy="650306"/>
          </a:xfrm>
        </p:spPr>
        <p:txBody>
          <a:bodyPr wrap="square">
            <a:spAutoFit/>
          </a:bodyPr>
          <a:lstStyle/>
          <a:p>
            <a:r>
              <a:rPr lang="ja-JP" altLang="en-US" sz="4000" dirty="0"/>
              <a:t>テスト</a:t>
            </a:r>
            <a:r>
              <a:rPr lang="en-US" altLang="ja-JP" sz="4000" dirty="0"/>
              <a:t>·</a:t>
            </a:r>
            <a:r>
              <a:rPr lang="ja-JP" altLang="en-US" sz="4000" dirty="0"/>
              <a:t>品質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077F50-5556-5495-A057-3D0FDD597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488" y="1656000"/>
            <a:ext cx="2867025" cy="2162467"/>
          </a:xfrm>
        </p:spPr>
        <p:txBody>
          <a:bodyPr>
            <a:noAutofit/>
          </a:bodyPr>
          <a:lstStyle/>
          <a:p>
            <a:pPr lvl="0">
              <a:lnSpc>
                <a:spcPct val="200000"/>
              </a:lnSpc>
            </a:pPr>
            <a:r>
              <a:rPr lang="ja-JP" altLang="en-US" sz="2000" dirty="0"/>
              <a:t>テストケース作成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正常系</a:t>
            </a:r>
            <a:r>
              <a:rPr lang="en-US" altLang="ja-JP" sz="2000" dirty="0"/>
              <a:t>·</a:t>
            </a:r>
            <a:r>
              <a:rPr lang="ja-JP" altLang="en-US" sz="2000" dirty="0"/>
              <a:t>異常系テスト</a:t>
            </a:r>
          </a:p>
          <a:p>
            <a:pPr lvl="0">
              <a:lnSpc>
                <a:spcPct val="200000"/>
              </a:lnSpc>
            </a:pPr>
            <a:r>
              <a:rPr lang="ja-JP" altLang="en-US" sz="2000" dirty="0"/>
              <a:t>回帰テスト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60709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6A0E-652E-99B0-976C-ED854B4DF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0BA3D-BFB2-F493-60F9-636A89D0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844" y="702000"/>
            <a:ext cx="1738312" cy="650306"/>
          </a:xfrm>
        </p:spPr>
        <p:txBody>
          <a:bodyPr wrap="square">
            <a:spAutoFit/>
          </a:bodyPr>
          <a:lstStyle/>
          <a:p>
            <a:r>
              <a:rPr lang="ja-JP" altLang="en-US" sz="4000" dirty="0"/>
              <a:t>まとめ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D0B5F6-C906-FF7D-BB29-172AA120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011" y="1656001"/>
            <a:ext cx="6775979" cy="1442800"/>
          </a:xfrm>
        </p:spPr>
        <p:txBody>
          <a:bodyPr>
            <a:noAutofit/>
          </a:bodyPr>
          <a:lstStyle/>
          <a:p>
            <a:pPr lvl="0">
              <a:lnSpc>
                <a:spcPct val="200000"/>
              </a:lnSpc>
            </a:pPr>
            <a:r>
              <a:rPr lang="ja-JP" altLang="en-US" sz="2000" dirty="0"/>
              <a:t>実務を想定した勤怠管理システム</a:t>
            </a:r>
          </a:p>
          <a:p>
            <a:pPr lvl="0">
              <a:lnSpc>
                <a:spcPct val="200000"/>
              </a:lnSpc>
            </a:pPr>
            <a:r>
              <a:rPr lang="en-US" altLang="ja-JP" sz="2000" dirty="0"/>
              <a:t>UI</a:t>
            </a:r>
            <a:r>
              <a:rPr lang="ja-JP" altLang="en-US" sz="2000" dirty="0"/>
              <a:t>／ロジック／テストまで一貫して作成し、品質を確保</a:t>
            </a:r>
            <a:endParaRPr lang="ja-JP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46444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526</Words>
  <Application>Microsoft Office PowerPoint</Application>
  <PresentationFormat>ワイド画面</PresentationFormat>
  <Paragraphs>118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勤怠管理システム（VBA） ポートフォリオ </vt:lpstr>
      <vt:lpstr>目次</vt:lpstr>
      <vt:lpstr>システム概要</vt:lpstr>
      <vt:lpstr>全体構成</vt:lpstr>
      <vt:lpstr>PowerPoint プレゼンテーション</vt:lpstr>
      <vt:lpstr>重要Form紹介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主な機能</vt:lpstr>
      <vt:lpstr>技術ポイント</vt:lpstr>
      <vt:lpstr>工夫した点</vt:lpstr>
      <vt:lpstr>テスト·品質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陽子 真木</dc:creator>
  <cp:lastModifiedBy>陽子 真木</cp:lastModifiedBy>
  <cp:revision>1</cp:revision>
  <dcterms:created xsi:type="dcterms:W3CDTF">2026-07-07T07:58:35Z</dcterms:created>
  <dcterms:modified xsi:type="dcterms:W3CDTF">2026-09-18T09:42:41Z</dcterms:modified>
  <cp:contentStatus/>
</cp:coreProperties>
</file>